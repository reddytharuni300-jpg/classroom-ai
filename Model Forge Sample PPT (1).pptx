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2852"/>
    <a:srgbClr val="C56085"/>
    <a:srgbClr val="484FAA"/>
    <a:srgbClr val="274EBC"/>
    <a:srgbClr val="A4324D"/>
    <a:srgbClr val="091A76"/>
    <a:srgbClr val="5F1037"/>
    <a:srgbClr val="030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705F-DC86-55AF-9588-30C361CA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7B693-51EE-2EBD-0A22-CF0236F3F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94C08-8006-6523-9FE0-A2542952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6CB6C-73B5-32B7-0BCD-78DA4D99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511EE-4E65-9549-F054-7EFDBCEF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21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3878-4709-3A76-7A99-B2CEFA24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099B-C8BE-F39A-39A5-4A2C7CC4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32F6F-F240-8A38-23D9-F65E2AF2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7C327-7CCD-8C4E-B6AD-4FA6BCDA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82094-0AA3-9993-0384-38ED293FC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99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0126-11DD-5C3C-BED3-95720B08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31A76-D267-F3D0-604A-DDDB6DE46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CC301-2975-2A60-30CC-541D8D0D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9449C-E132-CB4B-7A79-8B219C8F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1A04B-30D1-2872-DB2E-D38323B1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42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0B6B-858D-A520-BCB3-759BF7AD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2B7D4-D781-E9AA-15A3-905EB9883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8FEDC-0D2D-713C-80B3-599D0E0F3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AC158-D13C-8CFD-1359-5394F451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C96C8-F3A4-4F10-7B76-5B6F4B29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E8CAA-5406-723C-F2A8-1251A4A1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34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0E9E-57B6-F0F8-6C5F-8C52410E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A1B40-F9D8-EEC0-773A-D6353C13B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E9A15-E17A-F657-7660-796FBB6A6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1C640-A202-B587-2583-8AE4C340F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D7CEDA-85DE-C0B7-CD47-2D1D657C4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CC565-608B-D651-D757-C0E38DE8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2571F-321D-9D8D-8605-C2835584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7D307-2491-4FDD-0E46-11CB695C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846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72B4-E091-ABC0-06CE-4E1C7923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24E51-299A-8D64-A35D-90FE9835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70248-09C0-A0AA-F5C6-91917F87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A7064-EB42-2771-8806-D4AE78B7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35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B8018-36C9-680F-DD8B-AA1F428A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9B803-94EF-8124-50A0-57799C1CB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1B444-9358-C95E-258B-50629885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60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EAA9-55DD-7B05-F879-9908C973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0E218-A450-544B-292A-FDE3C53DD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75E48-94CF-B232-F99F-2945959BA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74AC0-4814-B6A3-9FB8-6E248753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81F19-D454-F518-3A13-657BE410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2BDE1-8E69-9EF4-AEEA-F53119D0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97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8AE1-72B1-6C86-6FAD-D37E521B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100DC-0386-58CB-6FD8-68F18EC61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B6AD5-F2B7-9385-BFA5-E2ED18A7F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3D6A3-3BA3-33D4-A0A0-1D913369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88F3B-DF28-6F98-C11C-FE6793F5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8C36D-5721-F112-5AC4-020BB372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0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6F9C-D3C0-F760-1A37-4F3C26DA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1F2C7-75DD-3A50-98C3-8847D5B16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AA260-6673-0D00-F52A-CCEFCB6D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1C444-5776-658F-EE01-0E2DE3BC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CFB91-7562-FB08-BF91-F145DDF7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125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1A27D7-98E8-7659-A506-AC066E1D5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C1B9F-4FD1-D94B-238B-040F4CF39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EDBEF-AF3D-0A08-AEA7-3A38F303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D97DD-340D-F676-530B-A2928620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A8CEE-53F1-8243-C36D-85D0B6EE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1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48430-9BFD-5425-E33D-0F67C40B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4688C-0C84-25B5-4960-7B06946D9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BF423-FE23-69F7-789C-43F59EE4C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D27A2-9051-4F22-B43D-14B9912E1AF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33634-7AF7-0B07-EB5C-719C410F3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DA497-7A8A-FFCF-90A5-53DAE4C85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4173D-120C-464C-8957-F35B24161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47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38FA-7CAE-DF2E-B245-6F823A7C1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F0A1E-E520-CBF5-2BBB-5EF4899D4B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dp</a:t>
            </a:r>
            <a:r>
              <a:rPr lang="en-US" dirty="0"/>
              <a:t>,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5A25F-A737-5C9C-2652-6B442699D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0" t="16026" r="33953" b="38488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FA225-E6D2-0A7D-9173-19DA47646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57962"/>
            <a:ext cx="3657600" cy="9564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8E6869-B2F0-1A55-33D2-8183D8EA30F4}"/>
              </a:ext>
            </a:extLst>
          </p:cNvPr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6FF6C9-7192-F0A5-65F3-A971182FAFB3}"/>
              </a:ext>
            </a:extLst>
          </p:cNvPr>
          <p:cNvSpPr/>
          <p:nvPr/>
        </p:nvSpPr>
        <p:spPr>
          <a:xfrm>
            <a:off x="4595428" y="1652269"/>
            <a:ext cx="3001143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Title / Domain</a:t>
            </a:r>
            <a:r>
              <a:rPr lang="en-US" sz="3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0960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FE65C-A647-A894-CF25-FC2FF2ED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F57B-D555-E29B-874B-199AC904E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56D02-9514-291A-E09C-B0F37049D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dp</a:t>
            </a:r>
            <a:r>
              <a:rPr lang="en-US" dirty="0"/>
              <a:t>,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C8020B-6F2E-34EC-CAFB-B79AD0A4D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0" t="16026" r="33953" b="38488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0902C-0FCB-D6FD-233B-3528F087A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57962"/>
            <a:ext cx="3657600" cy="9564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B83734-8C2A-2153-3C50-BD7BCEB5D8F3}"/>
              </a:ext>
            </a:extLst>
          </p:cNvPr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30F917-8140-7132-7B68-80F450B39FDF}"/>
              </a:ext>
            </a:extLst>
          </p:cNvPr>
          <p:cNvSpPr/>
          <p:nvPr/>
        </p:nvSpPr>
        <p:spPr>
          <a:xfrm>
            <a:off x="4899614" y="1685221"/>
            <a:ext cx="2392770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 Stack:</a:t>
            </a:r>
          </a:p>
        </p:txBody>
      </p:sp>
    </p:spTree>
    <p:extLst>
      <p:ext uri="{BB962C8B-B14F-4D97-AF65-F5344CB8AC3E}">
        <p14:creationId xmlns:p14="http://schemas.microsoft.com/office/powerpoint/2010/main" val="2385426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56A9-1A8A-8485-5A60-33358833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59B2-2A3A-DFF1-5486-82EB4C21A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ADD33-DE89-D6FF-56CE-04643102C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dp</a:t>
            </a:r>
            <a:r>
              <a:rPr lang="en-US" dirty="0"/>
              <a:t>,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ABD78-15D3-3DF3-89EB-BFC1A2CFA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0" t="16026" r="33953" b="38488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E0FB09-D4BA-CD35-241F-B4E79E1C8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57962"/>
            <a:ext cx="3657600" cy="9564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E794F1-B216-79E1-B6E5-15184D00A38C}"/>
              </a:ext>
            </a:extLst>
          </p:cNvPr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6CE59C-172E-E9D7-5429-0C25532B8C98}"/>
              </a:ext>
            </a:extLst>
          </p:cNvPr>
          <p:cNvSpPr/>
          <p:nvPr/>
        </p:nvSpPr>
        <p:spPr>
          <a:xfrm>
            <a:off x="1121568" y="1854498"/>
            <a:ext cx="9948877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Architecture diagram of the best </a:t>
            </a:r>
            <a:r>
              <a:rPr lang="en-US" sz="3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Performing model:</a:t>
            </a:r>
          </a:p>
        </p:txBody>
      </p:sp>
    </p:spTree>
    <p:extLst>
      <p:ext uri="{BB962C8B-B14F-4D97-AF65-F5344CB8AC3E}">
        <p14:creationId xmlns:p14="http://schemas.microsoft.com/office/powerpoint/2010/main" val="3352323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2818-342D-2898-54BF-34539C00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4F65-E136-E875-1A26-67F76A328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0A3AC-DA2B-976B-F871-842D564DA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dp</a:t>
            </a:r>
            <a:r>
              <a:rPr lang="en-US" dirty="0"/>
              <a:t>,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C4816-607C-2087-A4AC-7D1410C8D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0" t="16026" r="33953" b="38488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4D7A5E-805F-46F3-D10C-012B1D3F6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57962"/>
            <a:ext cx="3657600" cy="9564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D0E6D4-EFDE-42FC-3D7F-64322B4B424B}"/>
              </a:ext>
            </a:extLst>
          </p:cNvPr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62FB00-DC70-5C33-FCB4-67CF9EC9F8C3}"/>
              </a:ext>
            </a:extLst>
          </p:cNvPr>
          <p:cNvSpPr/>
          <p:nvPr/>
        </p:nvSpPr>
        <p:spPr>
          <a:xfrm>
            <a:off x="2714625" y="1685221"/>
            <a:ext cx="6762750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Performance metrics </a:t>
            </a:r>
            <a:r>
              <a:rPr lang="en-US" sz="3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(Ta</a:t>
            </a:r>
            <a:r>
              <a:rPr lang="en-US" sz="3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ble form)</a:t>
            </a:r>
            <a:r>
              <a:rPr lang="en-US" sz="3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7760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1B2F-1E7C-F7E4-FCE6-1CD1535E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BFA0-03A6-9AF7-40DF-E01928EF8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BC643-C52F-F7EF-A2F9-810F3F17E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dp</a:t>
            </a:r>
            <a:r>
              <a:rPr lang="en-US" dirty="0"/>
              <a:t>,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3DC9C-A4AC-7E7D-D9E3-0872DDAF3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0" t="16026" r="33953" b="38488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61743-6ADD-F142-1A9E-B85602C8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57962"/>
            <a:ext cx="3657600" cy="9564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F2F66C-9D6F-4471-3EFE-189A04057AEF}"/>
              </a:ext>
            </a:extLst>
          </p:cNvPr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B42E3-4848-8B7D-094C-42CD761A3CEA}"/>
              </a:ext>
            </a:extLst>
          </p:cNvPr>
          <p:cNvSpPr/>
          <p:nvPr/>
        </p:nvSpPr>
        <p:spPr>
          <a:xfrm>
            <a:off x="4826261" y="1685221"/>
            <a:ext cx="2539478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  <a:r>
              <a:rPr lang="en-US" sz="3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8457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38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Dinakar</dc:creator>
  <cp:lastModifiedBy>John Dinakar</cp:lastModifiedBy>
  <cp:revision>1</cp:revision>
  <dcterms:created xsi:type="dcterms:W3CDTF">2026-02-25T08:06:46Z</dcterms:created>
  <dcterms:modified xsi:type="dcterms:W3CDTF">2026-02-25T09:11:40Z</dcterms:modified>
</cp:coreProperties>
</file>